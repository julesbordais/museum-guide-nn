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76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6760"/>
                </a:solidFill>
                <a:latin typeface="Calibri"/>
              </a:rPr>
              <a:t>Recall@1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C9C3B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E2-4F12-AAA3-B27592AD80D3}"/>
              </c:ext>
            </c:extLst>
          </c:dPt>
          <c:dPt>
            <c:idx val="1"/>
            <c:invertIfNegative val="0"/>
            <c:bubble3D val="0"/>
            <c:spPr>
              <a:solidFill>
                <a:srgbClr val="C964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E2-4F12-AAA3-B27592AD80D3}"/>
              </c:ext>
            </c:extLst>
          </c:dPt>
          <c:dPt>
            <c:idx val="2"/>
            <c:invertIfNegative val="0"/>
            <c:bubble3D val="0"/>
            <c:spPr>
              <a:solidFill>
                <a:srgbClr val="1F1E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E2-4F12-AAA3-B27592AD80D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1E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TF-IDF</c:v>
                </c:pt>
                <c:pt idx="1">
                  <c:v>MiniLM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85.4</c:v>
                </c:pt>
                <c:pt idx="1">
                  <c:v>93.8</c:v>
                </c:pt>
                <c:pt idx="2">
                  <c:v>95.8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E2-4F12-AAA3-B27592AD80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7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3DE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7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E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28F1A-76D6-481A-89FD-7014488FA7A0}" type="datetimeFigureOut"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2B57D-3FF0-456F-A77B-ECA7F23723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2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the AI team of a French museum builds an intelligent guide. Two jobs: recognise the style of the artwork in front of the visitor, and match the visitor's question to the right artwork. I built and compared five neural components.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images per style from WikiArt, split 70/15/15. Test classes are not perfectly balanced (30 to 57 images), so I also report macro-F1. Validation is used for early stopping and checkpoint selection; the test set is only evaluated once per model.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MLP flattens a 64x64 image into 12,288 numbers. It reaches 42.7% on test, 2.5x chance, but 18 of 35 Renaissance and 15 of 44 Ukiyo-e paintings are predicted Baroque. Without spatial structure it mainly learns colour and brightness.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network without BatchNorm, dropout, weight decay or early stopping, trained 40 epochs. Classic overfitting signature: train loss goes to zero while validation loss climbs from 2.3 to 4.0. Fix: dropout, BN, weight decay and early stopping on validation loss — the baseline stops at epoch 15 and keeps the epoch-7 checkpoint.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8-hidden-layer networks, same widths, same seed. Measured mean Frobenius norm of dL/dW per layer at epoch 1. With sigmoid, the gradient shrinks by about 3,000x from the output back to layer 1 because sigmoid's derivative is at most 0.25 and these factors multiply. The network never learns: 15% test, chance level. ReLU with He init gives a flat profile.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SGD with learning rate 1.0 and no clipping: validation loss jumps to 6.4 at epoch 1, then accuracy falls below chance; 98% of last-layer ReLUs are permanently dead. With N(0,1) weights, Var(z) is roughly fan_in = 12,288 times the input variance, so the loss is non-finite in the first epoch and the run aborts — that is why the green curve is empty.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ImageNet ResNet-18. Stage A trains only the new 3,078-parameter head: 76.2%. Stage B also unfreezes the last residual block at lr 1e-4: 89.2% test, more than double the MLP. Validation accuracy reaches about 0.90 by epoch 3; after that train loss keeps falling while validation plateaus. Remaining confusions are between styles sharing flat colour areas.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artwork has a catalogue text; visitor questions are written in visitor vocabulary. all-MiniLM-L6-v2 sentence embeddings with cosine similarity beat TF-IDF on Recall@1, 93.8 vs 85.4. TF-IDF stays strong on exact names and has the best Recall@5. Averaging both similarity matrices gives the best result: 95.8% R@1, MRR 0.969. Limitation: synthetic questions that include the artist name.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test split for every model. Classical HOG plus colour histograms beat our MLP by up to 11 points: without spatial bias, 6.5M parameters on 1,260 images learn less than edge-orientation features. Pretrained features are the step change. Recommendation: freeze the ResNet backbone and train a logistic head — same accuracy as full fine-tuning, retrains in 0.05 s, 60 ms per image on CPU.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messages: measure before you fix; the right inductive bias matters more than parameter count; the cheapest production option is also the most accurate here; and hybrid lexical + semantic search is the right Q&amp;A design. Limits: one seed, domain shift between scans and phone photos, synthetic questions. Thank you — happy to take questions.
[Sources] Figures and numbers: results/ folder of the project repo (Colab T4 run, 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25880"/>
            <a:ext cx="73152" cy="146304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MSA-DATB09-03 · MUTUALISED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a museum guide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see and to listen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classification · failure diagnosis · ResNet · question matching · production trade-off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Jules Bordais · Albert School · Neural Networks &amp; Deep Learning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styles, 1 800 paintings, one clean protocol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painting into Impressionism, Baroque, Cubism, Ukiyo-e, Pop Art or High Renaissance.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WikiArt, random 70/15/15 split. Model selection on validation only; test touched once. Same seed for every run; one factor changed per experiment.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71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6460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(chance = 16.7 %)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371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1 800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7628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300 per style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514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1 259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64608" y="3063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2514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514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281 / 260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76288" y="3063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macro-F1, confusion matrix · Recall@k and MRR for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FEED-FORWARD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plain MLP learns colour, not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12 288 px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371600" cy="347472"/>
          </a:xfrm>
          <a:prstGeom prst="rect">
            <a:avLst/>
          </a:prstGeom>
          <a:solidFill>
            <a:srgbClr val="C96442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BN → ReLU → Dropout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 · AdamW · warmup + cosine · clipping · early stopping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423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42.7 %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031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· 6.46 M params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 is a ‘dark-painting sink’: recall 0.70 but precision 0.28.</a:t>
            </a:r>
            <a:endParaRPr lang="en-US" sz="1200" dirty="0"/>
          </a:p>
        </p:txBody>
      </p:sp>
      <p:pic>
        <p:nvPicPr>
          <p:cNvPr id="20" name="Image 0" descr="/home/claude/museum-guide-nn/results/mlp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DIAGNOSIS — OVERFITTING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Unregularised, the MLP memorises its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Image 0" descr="/home/claude/museum-guide-nn/results/mlp_overf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6949440" cy="2313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498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accuracy, train loss 0.005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3" name="Text 10"/>
          <p:cNvSpPr/>
          <p:nvPr/>
        </p:nvSpPr>
        <p:spPr>
          <a:xfrm>
            <a:off x="34930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→ 4.0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930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keeps rising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657600"/>
            <a:ext cx="54864" cy="960120"/>
          </a:xfrm>
          <a:prstGeom prst="rect">
            <a:avLst/>
          </a:prstGeom>
          <a:solidFill>
            <a:srgbClr val="1F1E1D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31.9 %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2362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(vs 42.7 % baseline)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DIAGNOSIS — VANISHING GRADIENTS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sigmoid networks starve their first 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6" name="Image 0" descr="/home/claude/museum-guide-nn/results/mlp_vanishing_grad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4846320" cy="2770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1280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~3 000×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gradient at layer 1 than at the output (3.0e-4 vs 0.90)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2651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σ′ ≤ 0.25 multiplies at each of 8 layers.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15 % = chance.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He keeps norms flat → 37.7 %.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DIAGNOSIS — EXPLODING LOSS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Too-large steps and weights break training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6" name="Image 0" descr="/home/claude/museum-guide-nn/results/mlp_in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6949440" cy="2313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498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ReLUs in last layer at LR = 1.0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3" name="Text 10"/>
          <p:cNvSpPr/>
          <p:nvPr/>
        </p:nvSpPr>
        <p:spPr>
          <a:xfrm>
            <a:off x="34930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930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N(0,1) init: loss overflows in epoch 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657600"/>
            <a:ext cx="54864" cy="960120"/>
          </a:xfrm>
          <a:prstGeom prst="rect">
            <a:avLst/>
          </a:prstGeom>
          <a:solidFill>
            <a:srgbClr val="1F1E1D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2362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 · LR 1e-3 + warmup · clipping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RESNET-18 TRANSFER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Pretrained convolutions double the accuracy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B67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76.2 %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backbone)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67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89.2 %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layer4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(macro-F1 0.891)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Convolution: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shared filters fit grid data.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Residuals: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∂(x+F(x))/∂x = I + ∂F/∂x keeps gradients alive.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errors: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Cubism→Impressionism, Pop Art→Ukiyo-e (flat colour).</a:t>
            </a:r>
            <a:endParaRPr lang="en-US" sz="1200" dirty="0"/>
          </a:p>
        </p:txBody>
      </p:sp>
      <p:pic>
        <p:nvPicPr>
          <p:cNvPr id="12" name="Image 0" descr="/home/claude/museum-guide-nn/results/resnet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QUESTION → ARTWORK MATCHING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understand how visitors talk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23444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325880"/>
            <a:ext cx="34747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1417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“Show me paintings where faces are broken into shapes”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26974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paraphrases to meaning (+8.4 pts R@1).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exact artist names (best R@5, 0.11 ms).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</a:t>
            </a: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both: MRR 0.969.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NEURAL VS CLASSICAL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pick: frozen ResNet + logistic head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ms/img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 + colour → LogReg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 + colour →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fine-tuned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embeddings → LogReg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28016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head retrains in 0.05 s when a new room opens.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ms on CPU: no GPU needed on the kiosk.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HOG + LogReg as offline fallback.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hand-crafted features beat our MLP — inductive bias matters more than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museum should ship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with evidence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92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curves, gradient norms and dead-ReLU rates explained every failure.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78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 wins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1892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89 % vs MLP 43 % on the same 1 800 images.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cheap head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1272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ResNet + LogReg: 89.6 %, CPU-only, 0.05 s retraining.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78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31272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MiniLM: 95.8 % Recall@1 on visitor questions.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single seed · WikiArt scans ≠ visitor photos · synthetic questions  →  next: 3 seeds, in-gallery test set, real question logs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657acc1-34e3-4c48-9624-445584ea5fc0}" enabled="1" method="Privileged" siteId="{9a839770-e9fc-4737-905c-370f65b0e22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Museum guide — neural network components</dc:title>
  <dc:subject>PptxGenJS Presentation</dc:subject>
  <dc:creator>BORDAIS Jules</dc:creator>
  <cp:lastModifiedBy>BORDAIS Jules</cp:lastModifiedBy>
  <cp:revision>2</cp:revision>
  <dcterms:created xsi:type="dcterms:W3CDTF">2026-10-23T13:23:25Z</dcterms:created>
  <dcterms:modified xsi:type="dcterms:W3CDTF">2026-10-23T13:27:12Z</dcterms:modified>
</cp:coreProperties>
</file>